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A240C-B27C-8147-83C8-47C0207E8BC3}" v="803" dt="2025-05-04T05:07:46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8"/>
  </p:normalViewPr>
  <p:slideViewPr>
    <p:cSldViewPr snapToGrid="0">
      <p:cViewPr varScale="1">
        <p:scale>
          <a:sx n="96" d="100"/>
          <a:sy n="96" d="100"/>
        </p:scale>
        <p:origin x="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C51A0-9699-2842-AFF5-F66F2D1DA34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05CCE-D084-6747-8EE8-513EB568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0F10-61AD-477C-01BE-2A3A2835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15FDB-4A7D-52AE-5740-736CBEB38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6B6CD-32BA-0304-3783-D0C6DD05E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0110-8A22-91AD-4803-EFEC78BD1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5CCE-D084-6747-8EE8-513EB568A5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8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3FF8-4571-AD13-6132-AE9A8486B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7EEAB-B841-05C4-9F87-7A4B10AA1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AFD3-BCFF-21DF-9A37-D7F880FA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5836E-5DF3-CAFE-A103-FCC594A3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A2E1-49CD-85EB-8649-A081872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8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5486-CDE7-0AB3-3DD5-8D092772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7A95-A6B4-3C9D-DCBF-56E652DB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35BD-ED46-0AA2-C20B-AE642200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4B06-1D4F-3B1D-8AFD-2DAC4CEB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7F8B0-51DE-26C3-D10E-0F7ECE56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B98A-70D5-C138-DD77-91486B3F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78A9D-CB57-9E15-2182-E1EE4FAF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B0BA9-39AA-5BB0-66FB-ED41875B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F6B1A-44E2-319E-54FF-1F4CE27B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6ABE6-8F4F-F872-26D9-D888BEEB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1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8791-F700-4F06-3744-ABC0E46B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AF199-E416-0740-4EA0-C7F7FE083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E9AD4-6EEB-B31F-F2AE-A47C704FA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95464-A436-6E94-65E8-01DCFD67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BCDA1-B345-55FC-10A0-596601A4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8CD02-4698-0646-EB93-C5BCE442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7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63A-A4F0-5342-7963-277C27BB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DC1A-9FAA-BB46-88F6-71367BE0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EA3F7-3F09-3343-9B42-DC3EE9ED8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CF7A9-255A-C99F-FCD6-0D0D4FFD1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F3E9B-E97A-BC00-0D43-CB2C87CF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E765A-C67F-25E7-311B-CB63FF7E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637AF-1323-E8DF-6756-9020BEBC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4F182-1608-09F8-04A3-68AF0D0B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0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0A0E-063D-2D2A-E72D-70BD1FA1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A6F87-AA6E-DC28-15F8-C8F244A0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FD940-6083-1C68-ADCB-9721E530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CCDEB-E48F-3771-345B-8CDF3655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4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0CC4A-FED3-B956-217E-C4BA857F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5BAC8-FC34-4BAA-B0AF-BFAF510B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D475-D23B-0FFE-5BA3-44BE7801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08BD-727F-466B-0AE3-18B57BAE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9682-C09D-B108-F162-AAFB10501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DF2BE-AEF5-54A8-8140-2D3EAC9EF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2034C-ED1D-CB00-3E82-59FFCE13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DFA94-3EF1-F2F8-2C92-B63BA397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5F328-DBC7-D8B5-D050-DB43A91C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3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C077-2FD2-2CD1-4997-B60A9981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AE1C5-0897-9FEE-E4E3-DDEEC5FAF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4C369-FD0C-F56B-51AC-BC43EFCD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34EE9-82A9-7D2B-84CF-E5300B3C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BEFD0-5003-F3C1-4F2A-AE164347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24F20-FC07-78A8-6072-AF0F467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43F9-2025-A710-B48E-54B83A75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6087D-5714-2F74-565C-A9FF227F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71C8A-1E6B-89A3-E263-C20CEBD6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24CE2-E5A8-95C9-9191-878A538A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7440-0B3D-7CC3-4C2E-9649D01F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2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AC635-DAD2-E7FE-5D60-CD6623C1D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1B2D0-6D56-82CA-20A7-5AADBE5A1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27C8-5B63-18C9-5A43-370F6BFC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B52F-1AA6-28E8-09AF-87A39BE9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7228-51B9-7B2E-9E55-9BB8371F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3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9BE87-A413-71EB-C929-73E5324A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FDB18-126A-9D4C-7C82-3142A7034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1410E-354B-B804-BE42-4E3407D7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542CD-8B72-BC49-9D16-734165E393C7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3198-1507-C59C-A4E9-9C8C956A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DCCE-2C4F-F9BA-5C5D-3445FFA13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BE636-8DC7-8B46-BDC1-C2A9BB164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8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D18-CF6C-1CFE-7C6E-0FD39A88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4B2C5CDD-8928-EB9B-6874-45C59EEC2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53" y="42701"/>
            <a:ext cx="10061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7430F1-1A09-E833-0602-D44F4EED6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670538"/>
              </p:ext>
            </p:extLst>
          </p:nvPr>
        </p:nvGraphicFramePr>
        <p:xfrm>
          <a:off x="4448207" y="99322"/>
          <a:ext cx="6629568" cy="675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8">
                  <a:extLst>
                    <a:ext uri="{9D8B030D-6E8A-4147-A177-3AD203B41FA5}">
                      <a16:colId xmlns:a16="http://schemas.microsoft.com/office/drawing/2014/main" val="3546004824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66323940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74733844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37776434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76429651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2409829139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27931917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668535451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1952127417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532402858"/>
                    </a:ext>
                  </a:extLst>
                </a:gridCol>
                <a:gridCol w="602688">
                  <a:extLst>
                    <a:ext uri="{9D8B030D-6E8A-4147-A177-3AD203B41FA5}">
                      <a16:colId xmlns:a16="http://schemas.microsoft.com/office/drawing/2014/main" val="3595258477"/>
                    </a:ext>
                  </a:extLst>
                </a:gridCol>
              </a:tblGrid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01703"/>
                  </a:ext>
                </a:extLst>
              </a:tr>
              <a:tr h="80837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algn="ctr"/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4460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37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2324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49411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1255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61864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13615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69822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84473"/>
                  </a:ext>
                </a:extLst>
              </a:tr>
              <a:tr h="5950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7/0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92896"/>
                  </a:ext>
                </a:extLst>
              </a:tr>
            </a:tbl>
          </a:graphicData>
        </a:graphic>
      </p:graphicFrame>
      <p:sp>
        <p:nvSpPr>
          <p:cNvPr id="3" name="Multiply 2">
            <a:extLst>
              <a:ext uri="{FF2B5EF4-FFF2-40B4-BE49-F238E27FC236}">
                <a16:creationId xmlns:a16="http://schemas.microsoft.com/office/drawing/2014/main" id="{637FC3DF-A6AC-E630-2E2F-BE6447F39E33}"/>
              </a:ext>
            </a:extLst>
          </p:cNvPr>
          <p:cNvSpPr/>
          <p:nvPr/>
        </p:nvSpPr>
        <p:spPr>
          <a:xfrm>
            <a:off x="4356723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7D101FE8-AE55-4380-B9D9-0DC3869EC402}"/>
              </a:ext>
            </a:extLst>
          </p:cNvPr>
          <p:cNvSpPr/>
          <p:nvPr/>
        </p:nvSpPr>
        <p:spPr>
          <a:xfrm>
            <a:off x="10286790" y="521494"/>
            <a:ext cx="980499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91BFAE96-B279-1EB3-5D17-2538F277B7E7}"/>
              </a:ext>
            </a:extLst>
          </p:cNvPr>
          <p:cNvSpPr/>
          <p:nvPr/>
        </p:nvSpPr>
        <p:spPr>
          <a:xfrm>
            <a:off x="7949735" y="521494"/>
            <a:ext cx="848570" cy="931068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9647E21C-E78A-FB02-9A83-8FA419006CFB}"/>
              </a:ext>
            </a:extLst>
          </p:cNvPr>
          <p:cNvSpPr/>
          <p:nvPr/>
        </p:nvSpPr>
        <p:spPr>
          <a:xfrm>
            <a:off x="5523551" y="5713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BBB78761-6A3C-A79E-40B1-3794830AEAD6}"/>
              </a:ext>
            </a:extLst>
          </p:cNvPr>
          <p:cNvSpPr/>
          <p:nvPr/>
        </p:nvSpPr>
        <p:spPr>
          <a:xfrm>
            <a:off x="8661062" y="0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C24867AD-8CB3-24B0-C37D-C238F3245A79}"/>
              </a:ext>
            </a:extLst>
          </p:cNvPr>
          <p:cNvSpPr/>
          <p:nvPr/>
        </p:nvSpPr>
        <p:spPr>
          <a:xfrm>
            <a:off x="4381044" y="2602533"/>
            <a:ext cx="706439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B3F71EA0-5E56-C977-AF69-4A3AA62213FD}"/>
              </a:ext>
            </a:extLst>
          </p:cNvPr>
          <p:cNvSpPr/>
          <p:nvPr/>
        </p:nvSpPr>
        <p:spPr>
          <a:xfrm>
            <a:off x="4328039" y="1371424"/>
            <a:ext cx="849850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D2B7EA31-0DB9-B793-0B60-A32C9D412EE5}"/>
              </a:ext>
            </a:extLst>
          </p:cNvPr>
          <p:cNvSpPr/>
          <p:nvPr/>
        </p:nvSpPr>
        <p:spPr>
          <a:xfrm>
            <a:off x="10311702" y="1942112"/>
            <a:ext cx="938854" cy="89116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42639E47-D3DD-D7B3-07DF-7D5511325B5A}"/>
              </a:ext>
            </a:extLst>
          </p:cNvPr>
          <p:cNvSpPr/>
          <p:nvPr/>
        </p:nvSpPr>
        <p:spPr>
          <a:xfrm>
            <a:off x="7948675" y="1942112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ADA58EA3-D31E-31BE-7286-F818BDAB044C}"/>
              </a:ext>
            </a:extLst>
          </p:cNvPr>
          <p:cNvSpPr/>
          <p:nvPr/>
        </p:nvSpPr>
        <p:spPr>
          <a:xfrm>
            <a:off x="4309978" y="3706200"/>
            <a:ext cx="848570" cy="891159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11EC27F6-EC73-0C6F-C5C4-D6D1B909D9F8}"/>
              </a:ext>
            </a:extLst>
          </p:cNvPr>
          <p:cNvSpPr/>
          <p:nvPr/>
        </p:nvSpPr>
        <p:spPr>
          <a:xfrm>
            <a:off x="5560096" y="3134197"/>
            <a:ext cx="798241" cy="800100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1" name="Multiply 20">
            <a:extLst>
              <a:ext uri="{FF2B5EF4-FFF2-40B4-BE49-F238E27FC236}">
                <a16:creationId xmlns:a16="http://schemas.microsoft.com/office/drawing/2014/main" id="{EFF35C25-7419-EBB3-90B7-973561B5CF11}"/>
              </a:ext>
            </a:extLst>
          </p:cNvPr>
          <p:cNvSpPr/>
          <p:nvPr/>
        </p:nvSpPr>
        <p:spPr>
          <a:xfrm>
            <a:off x="7335095" y="1385691"/>
            <a:ext cx="855792" cy="85050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Multiply 22">
            <a:extLst>
              <a:ext uri="{FF2B5EF4-FFF2-40B4-BE49-F238E27FC236}">
                <a16:creationId xmlns:a16="http://schemas.microsoft.com/office/drawing/2014/main" id="{F8D06872-E576-FC2E-0625-60672E4DC69D}"/>
              </a:ext>
            </a:extLst>
          </p:cNvPr>
          <p:cNvSpPr/>
          <p:nvPr/>
        </p:nvSpPr>
        <p:spPr>
          <a:xfrm>
            <a:off x="9138661" y="1371424"/>
            <a:ext cx="848570" cy="838376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Multiply 1">
            <a:extLst>
              <a:ext uri="{FF2B5EF4-FFF2-40B4-BE49-F238E27FC236}">
                <a16:creationId xmlns:a16="http://schemas.microsoft.com/office/drawing/2014/main" id="{748BF555-1726-777E-77FB-94771B94B82C}"/>
              </a:ext>
            </a:extLst>
          </p:cNvPr>
          <p:cNvSpPr/>
          <p:nvPr/>
        </p:nvSpPr>
        <p:spPr>
          <a:xfrm>
            <a:off x="7341037" y="547230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60CDB4DC-1CDF-1B77-223E-74D74C2308FA}"/>
              </a:ext>
            </a:extLst>
          </p:cNvPr>
          <p:cNvSpPr/>
          <p:nvPr/>
        </p:nvSpPr>
        <p:spPr>
          <a:xfrm>
            <a:off x="6146107" y="194211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C05412B6-109D-499B-EB6D-BA49F6E3836B}"/>
              </a:ext>
            </a:extLst>
          </p:cNvPr>
          <p:cNvSpPr/>
          <p:nvPr/>
        </p:nvSpPr>
        <p:spPr>
          <a:xfrm>
            <a:off x="5508487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08B37AE3-35FD-A3AB-310F-1B1BB345C81E}"/>
              </a:ext>
            </a:extLst>
          </p:cNvPr>
          <p:cNvSpPr/>
          <p:nvPr/>
        </p:nvSpPr>
        <p:spPr>
          <a:xfrm>
            <a:off x="10336041" y="4318713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5BA70D4D-F770-2E66-2ABA-B819DA17FC36}"/>
              </a:ext>
            </a:extLst>
          </p:cNvPr>
          <p:cNvSpPr/>
          <p:nvPr/>
        </p:nvSpPr>
        <p:spPr>
          <a:xfrm>
            <a:off x="9132971" y="491171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Multiply 23">
            <a:extLst>
              <a:ext uri="{FF2B5EF4-FFF2-40B4-BE49-F238E27FC236}">
                <a16:creationId xmlns:a16="http://schemas.microsoft.com/office/drawing/2014/main" id="{4C230577-CA4A-B7AD-B3EF-E0CC1644B71E}"/>
              </a:ext>
            </a:extLst>
          </p:cNvPr>
          <p:cNvSpPr/>
          <p:nvPr/>
        </p:nvSpPr>
        <p:spPr>
          <a:xfrm>
            <a:off x="8539514" y="6090088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" name="Multiply 24">
            <a:extLst>
              <a:ext uri="{FF2B5EF4-FFF2-40B4-BE49-F238E27FC236}">
                <a16:creationId xmlns:a16="http://schemas.microsoft.com/office/drawing/2014/main" id="{ADA3673C-C21E-37EB-F6D8-063BCDCB96BD}"/>
              </a:ext>
            </a:extLst>
          </p:cNvPr>
          <p:cNvSpPr/>
          <p:nvPr/>
        </p:nvSpPr>
        <p:spPr>
          <a:xfrm>
            <a:off x="4328039" y="6095655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E5DFF89D-E674-B98D-4726-3F464A10FD0A}"/>
              </a:ext>
            </a:extLst>
          </p:cNvPr>
          <p:cNvSpPr/>
          <p:nvPr/>
        </p:nvSpPr>
        <p:spPr>
          <a:xfrm>
            <a:off x="6120331" y="6117562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Multiply 26">
            <a:extLst>
              <a:ext uri="{FF2B5EF4-FFF2-40B4-BE49-F238E27FC236}">
                <a16:creationId xmlns:a16="http://schemas.microsoft.com/office/drawing/2014/main" id="{AEF798ED-1546-2073-EEB7-CCD7AE4B9089}"/>
              </a:ext>
            </a:extLst>
          </p:cNvPr>
          <p:cNvSpPr/>
          <p:nvPr/>
        </p:nvSpPr>
        <p:spPr>
          <a:xfrm>
            <a:off x="6129745" y="4326657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2" name="Multiply 10">
            <a:extLst>
              <a:ext uri="{FF2B5EF4-FFF2-40B4-BE49-F238E27FC236}">
                <a16:creationId xmlns:a16="http://schemas.microsoft.com/office/drawing/2014/main" id="{D3E6F461-D7A4-FD28-0E64-6E8935AA76B9}"/>
              </a:ext>
            </a:extLst>
          </p:cNvPr>
          <p:cNvSpPr/>
          <p:nvPr/>
        </p:nvSpPr>
        <p:spPr>
          <a:xfrm>
            <a:off x="7921679" y="431190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3" name="Multiply 10">
            <a:extLst>
              <a:ext uri="{FF2B5EF4-FFF2-40B4-BE49-F238E27FC236}">
                <a16:creationId xmlns:a16="http://schemas.microsoft.com/office/drawing/2014/main" id="{2FDD27E8-7DEC-6C62-1604-3B8D6208F577}"/>
              </a:ext>
            </a:extLst>
          </p:cNvPr>
          <p:cNvSpPr/>
          <p:nvPr/>
        </p:nvSpPr>
        <p:spPr>
          <a:xfrm>
            <a:off x="10393459" y="3088666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4" name="Multiply 10">
            <a:extLst>
              <a:ext uri="{FF2B5EF4-FFF2-40B4-BE49-F238E27FC236}">
                <a16:creationId xmlns:a16="http://schemas.microsoft.com/office/drawing/2014/main" id="{DC2E4DEA-F333-D683-BA8C-B7EBF115D72E}"/>
              </a:ext>
            </a:extLst>
          </p:cNvPr>
          <p:cNvSpPr/>
          <p:nvPr/>
        </p:nvSpPr>
        <p:spPr>
          <a:xfrm>
            <a:off x="6720891" y="2529184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1" name="Multiply 10">
            <a:extLst>
              <a:ext uri="{FF2B5EF4-FFF2-40B4-BE49-F238E27FC236}">
                <a16:creationId xmlns:a16="http://schemas.microsoft.com/office/drawing/2014/main" id="{4423CBD7-F282-E0E5-CFF0-53FC366A3EB1}"/>
              </a:ext>
            </a:extLst>
          </p:cNvPr>
          <p:cNvSpPr/>
          <p:nvPr/>
        </p:nvSpPr>
        <p:spPr>
          <a:xfrm>
            <a:off x="8539514" y="2521599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2" name="Multiply 10">
            <a:extLst>
              <a:ext uri="{FF2B5EF4-FFF2-40B4-BE49-F238E27FC236}">
                <a16:creationId xmlns:a16="http://schemas.microsoft.com/office/drawing/2014/main" id="{233D9613-02DE-359D-40E5-038DC0EE5142}"/>
              </a:ext>
            </a:extLst>
          </p:cNvPr>
          <p:cNvSpPr/>
          <p:nvPr/>
        </p:nvSpPr>
        <p:spPr>
          <a:xfrm>
            <a:off x="7963254" y="3123210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7" name="Multiply 10">
            <a:extLst>
              <a:ext uri="{FF2B5EF4-FFF2-40B4-BE49-F238E27FC236}">
                <a16:creationId xmlns:a16="http://schemas.microsoft.com/office/drawing/2014/main" id="{FF911053-7A0A-E616-BBE0-59E2C2C61064}"/>
              </a:ext>
            </a:extLst>
          </p:cNvPr>
          <p:cNvSpPr/>
          <p:nvPr/>
        </p:nvSpPr>
        <p:spPr>
          <a:xfrm>
            <a:off x="9147508" y="3708931"/>
            <a:ext cx="849850" cy="891162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A6A7D-B22F-7C75-E6F9-4D4DEE6874C9}"/>
              </a:ext>
            </a:extLst>
          </p:cNvPr>
          <p:cNvSpPr txBox="1"/>
          <p:nvPr/>
        </p:nvSpPr>
        <p:spPr>
          <a:xfrm>
            <a:off x="344556" y="671443"/>
            <a:ext cx="108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69128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2443</TotalTime>
  <Words>123</Words>
  <Application>Microsoft Office PowerPoint</Application>
  <PresentationFormat>Widescreen</PresentationFormat>
  <Paragraphs>123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Yeduri, Sanath Reddy</dc:creator>
  <cp:lastModifiedBy>Jackson La Vallee</cp:lastModifiedBy>
  <cp:revision>12</cp:revision>
  <dcterms:created xsi:type="dcterms:W3CDTF">2025-05-02T04:36:35Z</dcterms:created>
  <dcterms:modified xsi:type="dcterms:W3CDTF">2025-05-05T03:56:05Z</dcterms:modified>
</cp:coreProperties>
</file>