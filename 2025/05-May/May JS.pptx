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88" r:id="rId3"/>
    <p:sldId id="279" r:id="rId4"/>
    <p:sldId id="278" r:id="rId5"/>
    <p:sldId id="280" r:id="rId6"/>
    <p:sldId id="282" r:id="rId7"/>
    <p:sldId id="284" r:id="rId8"/>
    <p:sldId id="281" r:id="rId9"/>
    <p:sldId id="271" r:id="rId10"/>
    <p:sldId id="272" r:id="rId11"/>
    <p:sldId id="276" r:id="rId12"/>
    <p:sldId id="265" r:id="rId13"/>
    <p:sldId id="286" r:id="rId14"/>
    <p:sldId id="287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A240C-B27C-8147-83C8-47C0207E8BC3}" v="803" dt="2025-05-04T05:07:46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8"/>
  </p:normalViewPr>
  <p:slideViewPr>
    <p:cSldViewPr snapToGrid="0">
      <p:cViewPr varScale="1">
        <p:scale>
          <a:sx n="96" d="100"/>
          <a:sy n="96" d="100"/>
        </p:scale>
        <p:origin x="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C51A0-9699-2842-AFF5-F66F2D1DA34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05CCE-D084-6747-8EE8-513EB568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5CCE-D084-6747-8EE8-513EB568A5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05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0F10-61AD-477C-01BE-2A3A2835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15FDB-4A7D-52AE-5740-736CBEB38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6B6CD-32BA-0304-3783-D0C6DD05E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0110-8A22-91AD-4803-EFEC78BD1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5CCE-D084-6747-8EE8-513EB568A5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8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3FF8-4571-AD13-6132-AE9A8486B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7EEAB-B841-05C4-9F87-7A4B10AA1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AFD3-BCFF-21DF-9A37-D7F880FA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5836E-5DF3-CAFE-A103-FCC594A3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A2E1-49CD-85EB-8649-A081872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8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5486-CDE7-0AB3-3DD5-8D092772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7A95-A6B4-3C9D-DCBF-56E652DB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35BD-ED46-0AA2-C20B-AE642200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4B06-1D4F-3B1D-8AFD-2DAC4CEB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7F8B0-51DE-26C3-D10E-0F7ECE56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B98A-70D5-C138-DD77-91486B3F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78A9D-CB57-9E15-2182-E1EE4FAF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B0BA9-39AA-5BB0-66FB-ED41875B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F6B1A-44E2-319E-54FF-1F4CE27B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6ABE6-8F4F-F872-26D9-D888BEEB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1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8791-F700-4F06-3744-ABC0E46B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AF199-E416-0740-4EA0-C7F7FE083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E9AD4-6EEB-B31F-F2AE-A47C704FA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95464-A436-6E94-65E8-01DCFD67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BCDA1-B345-55FC-10A0-596601A4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8CD02-4698-0646-EB93-C5BCE442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7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63A-A4F0-5342-7963-277C27BB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DC1A-9FAA-BB46-88F6-71367BE0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EA3F7-3F09-3343-9B42-DC3EE9ED8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CF7A9-255A-C99F-FCD6-0D0D4FFD1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F3E9B-E97A-BC00-0D43-CB2C87CF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E765A-C67F-25E7-311B-CB63FF7E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637AF-1323-E8DF-6756-9020BEBC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4F182-1608-09F8-04A3-68AF0D0B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0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0A0E-063D-2D2A-E72D-70BD1FA1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A6F87-AA6E-DC28-15F8-C8F244A0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FD940-6083-1C68-ADCB-9721E530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CCDEB-E48F-3771-345B-8CDF3655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4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0CC4A-FED3-B956-217E-C4BA857F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5BAC8-FC34-4BAA-B0AF-BFAF510B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D475-D23B-0FFE-5BA3-44BE7801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08BD-727F-466B-0AE3-18B57BAE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9682-C09D-B108-F162-AAFB10501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DF2BE-AEF5-54A8-8140-2D3EAC9EF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2034C-ED1D-CB00-3E82-59FFCE13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DFA94-3EF1-F2F8-2C92-B63BA397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5F328-DBC7-D8B5-D050-DB43A91C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3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C077-2FD2-2CD1-4997-B60A9981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AE1C5-0897-9FEE-E4E3-DDEEC5FAF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4C369-FD0C-F56B-51AC-BC43EFCD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34EE9-82A9-7D2B-84CF-E5300B3C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BEFD0-5003-F3C1-4F2A-AE164347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24F20-FC07-78A8-6072-AF0F467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43F9-2025-A710-B48E-54B83A75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6087D-5714-2F74-565C-A9FF227F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71C8A-1E6B-89A3-E263-C20CEBD6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24CE2-E5A8-95C9-9191-878A538A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7440-0B3D-7CC3-4C2E-9649D01F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2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AC635-DAD2-E7FE-5D60-CD6623C1D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1B2D0-6D56-82CA-20A7-5AADBE5A1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27C8-5B63-18C9-5A43-370F6BFC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B52F-1AA6-28E8-09AF-87A39BE9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7228-51B9-7B2E-9E55-9BB8371F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3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9BE87-A413-71EB-C929-73E5324A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FDB18-126A-9D4C-7C82-3142A7034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1410E-354B-B804-BE42-4E3407D7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3198-1507-C59C-A4E9-9C8C956A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DCCE-2C4F-F9BA-5C5D-3445FFA13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8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A465-1E52-EC21-F44E-031BB731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Uploaded image">
            <a:extLst>
              <a:ext uri="{FF2B5EF4-FFF2-40B4-BE49-F238E27FC236}">
                <a16:creationId xmlns:a16="http://schemas.microsoft.com/office/drawing/2014/main" id="{BA72A7E2-AB33-6DB4-3812-32C8FC677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4D4762-EE3A-7CB2-045A-6BF5450F7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850253"/>
              </p:ext>
            </p:extLst>
          </p:nvPr>
        </p:nvGraphicFramePr>
        <p:xfrm>
          <a:off x="4450395" y="99320"/>
          <a:ext cx="6629568" cy="6758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623174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613551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59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A3C0-E78E-B03C-BBCE-8DCF621F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72CA8DEF-7A9B-D946-41E5-FC06157B6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84E94C-6892-4A41-6139-A1144F64ED77}"/>
              </a:ext>
            </a:extLst>
          </p:cNvPr>
          <p:cNvGraphicFramePr>
            <a:graphicFrameLocks noGrp="1"/>
          </p:cNvGraphicFramePr>
          <p:nvPr/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9B57EB4C-3ABA-583B-617D-1438214279F9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A67408BF-A1BE-2362-96CF-88D52A402016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64031044-4D70-09AE-1AA4-9D1EDAE2B409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788D39F0-8065-4CC8-B755-58D20AF2B745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56B1FC44-B604-9CF2-852B-B8B6C2AFDF10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79BFCBD3-CE64-F503-A3A7-21B80F38F3EC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F58242F4-6C81-67CB-6ABE-43BCB3640A9E}"/>
              </a:ext>
            </a:extLst>
          </p:cNvPr>
          <p:cNvSpPr/>
          <p:nvPr/>
        </p:nvSpPr>
        <p:spPr>
          <a:xfrm>
            <a:off x="-155894" y="75223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8FF1726E-6B19-BA91-AF8F-DEDB10322181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E5F54B04-E122-5A7D-E9A5-47F848857AD6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1FCDA68A-E4D1-B58D-B68A-9277C659742E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9A598D9B-E088-5CDD-3648-E408DD3F6169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9705C4C8-BA76-45E8-65A3-0C8AB523F8D5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C21C6FE8-18EB-BA96-2443-A9F646E9C1DB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B803B6B6-AFD3-57D4-89D8-A42B6DE8E0B6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5B23CF8A-A7D6-6D66-E34C-4838FE6291EA}"/>
              </a:ext>
            </a:extLst>
          </p:cNvPr>
          <p:cNvSpPr/>
          <p:nvPr/>
        </p:nvSpPr>
        <p:spPr>
          <a:xfrm>
            <a:off x="10353749" y="3133568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24E5750E-AC9F-96A4-C8E4-D77A2DC48313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A9EE2D55-AA3C-896E-9D9F-0D881D3303CC}"/>
              </a:ext>
            </a:extLst>
          </p:cNvPr>
          <p:cNvSpPr/>
          <p:nvPr/>
        </p:nvSpPr>
        <p:spPr>
          <a:xfrm>
            <a:off x="-111297" y="13450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37BD5FB5-116F-00E6-8D87-0180486A24ED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18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F25A-7BB1-4B5B-F241-FF72096C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62C5C40B-9020-515A-15A4-6AACB448D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9C876F-D243-6F58-FB92-11076E294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699365"/>
              </p:ext>
            </p:extLst>
          </p:nvPr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4/0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A5111A8A-1913-DF0F-16EC-1F28EA1049DC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3D1092E6-0F96-D84B-B7EB-AA3A57DAC051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592D90BB-6CC1-79BE-3947-ADC7327590E3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B593127D-D44D-1A83-556E-191546661C8E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A0613AE6-F007-4C17-270C-9C37BD145C22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F5F9999D-EFD0-ED94-D26F-D4F7FBBA12D4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7A3C401E-97F5-528E-D0F5-2EA78FBF7424}"/>
              </a:ext>
            </a:extLst>
          </p:cNvPr>
          <p:cNvSpPr/>
          <p:nvPr/>
        </p:nvSpPr>
        <p:spPr>
          <a:xfrm>
            <a:off x="10393864" y="309078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03B2C143-CAA1-3526-FE52-455C70792C71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229EF5A7-10FC-3C6B-3C36-F43CC83ECAD8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8D537E0B-7513-A9A0-5637-2F9C5961B1D9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E1FB5614-4C8F-377F-7D95-D08409B54E8A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9D36008F-9940-797E-851B-E484960010D2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08A7CB88-9CBE-7D4C-282E-0D7DFCCF07F7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F36102C1-037E-AB41-595B-AB8677ABF6A0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8743A878-213D-7B3D-E05F-18F87269701B}"/>
              </a:ext>
            </a:extLst>
          </p:cNvPr>
          <p:cNvSpPr/>
          <p:nvPr/>
        </p:nvSpPr>
        <p:spPr>
          <a:xfrm>
            <a:off x="-63190" y="1975812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4BDB1D80-C0E6-1D17-AB79-76C10C25781C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B002D895-1417-CABE-67B1-A2CB1B27FEC0}"/>
              </a:ext>
            </a:extLst>
          </p:cNvPr>
          <p:cNvSpPr/>
          <p:nvPr/>
        </p:nvSpPr>
        <p:spPr>
          <a:xfrm>
            <a:off x="-111297" y="13450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13928E68-8298-5FD9-5603-A3C752ECF387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">
            <a:extLst>
              <a:ext uri="{FF2B5EF4-FFF2-40B4-BE49-F238E27FC236}">
                <a16:creationId xmlns:a16="http://schemas.microsoft.com/office/drawing/2014/main" id="{C9916A8A-7E09-5DD9-EF2E-8DE28976C09E}"/>
              </a:ext>
            </a:extLst>
          </p:cNvPr>
          <p:cNvSpPr/>
          <p:nvPr/>
        </p:nvSpPr>
        <p:spPr>
          <a:xfrm>
            <a:off x="6148927" y="370328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3" name="Multiply 1">
            <a:extLst>
              <a:ext uri="{FF2B5EF4-FFF2-40B4-BE49-F238E27FC236}">
                <a16:creationId xmlns:a16="http://schemas.microsoft.com/office/drawing/2014/main" id="{B0E006BA-6C26-3977-4E1A-625856061A95}"/>
              </a:ext>
            </a:extLst>
          </p:cNvPr>
          <p:cNvSpPr/>
          <p:nvPr/>
        </p:nvSpPr>
        <p:spPr>
          <a:xfrm>
            <a:off x="9137806" y="3709858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2651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C6B92-3ED2-0ECE-9D05-29F0D4C7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9F89B043-1433-6DBD-133A-DF196B05D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B6F75-E5C7-05D5-63D8-F0D9DD7A0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486067"/>
              </p:ext>
            </p:extLst>
          </p:nvPr>
        </p:nvGraphicFramePr>
        <p:xfrm>
          <a:off x="4408814" y="49661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02670E94-0234-7D8D-ACA3-E173797BB463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A1182B31-B856-6879-A727-18D010179C89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F55937DB-EE5B-1325-2D77-7E3A1F9E9BB5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B92147DB-7CF1-C100-6FC1-EC6711E47E93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18F8FCAD-FD33-9F27-5728-F7D1AAB0995E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FB80E80D-AC3C-2AF7-335F-DA43EB440E79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9FE5BB63-FF05-DE69-FC23-3C16FF707963}"/>
              </a:ext>
            </a:extLst>
          </p:cNvPr>
          <p:cNvSpPr/>
          <p:nvPr/>
        </p:nvSpPr>
        <p:spPr>
          <a:xfrm>
            <a:off x="-78164" y="-9106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A8A6BAE2-4275-4813-EF61-45EAED8F0A46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F35AC8EE-58A2-82EA-194D-208AABCD37B3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C2EA07FB-8E22-B258-C664-19BEAEDB6DDB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DF4282BF-9C1D-12A2-BC94-F49C0BF92266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89B69DCA-1062-4828-6ADD-6B4BD04AC5FF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66FB186A-4A76-25C2-C14A-1AD1C27589AA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7A1A10D7-DA18-9056-77C8-666C97D61D96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D1A7A6B5-B016-3E11-0869-B3E28A3AC2B7}"/>
              </a:ext>
            </a:extLst>
          </p:cNvPr>
          <p:cNvSpPr/>
          <p:nvPr/>
        </p:nvSpPr>
        <p:spPr>
          <a:xfrm>
            <a:off x="10302974" y="3088668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449C459C-C5E3-6B4D-616E-DAF29DA879A6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5D9CB6CA-B0F7-69AD-28F5-4718464287B4}"/>
              </a:ext>
            </a:extLst>
          </p:cNvPr>
          <p:cNvSpPr/>
          <p:nvPr/>
        </p:nvSpPr>
        <p:spPr>
          <a:xfrm>
            <a:off x="6728670" y="372354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EDD73750-1CDA-EBA6-EBEA-E82CE365FD06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7C441FB9-7E9F-F638-AA39-FA25745EE0E9}"/>
              </a:ext>
            </a:extLst>
          </p:cNvPr>
          <p:cNvSpPr/>
          <p:nvPr/>
        </p:nvSpPr>
        <p:spPr>
          <a:xfrm>
            <a:off x="212774" y="457401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47159AA7-22E8-D289-C65B-0FFD8163531A}"/>
              </a:ext>
            </a:extLst>
          </p:cNvPr>
          <p:cNvSpPr/>
          <p:nvPr/>
        </p:nvSpPr>
        <p:spPr>
          <a:xfrm>
            <a:off x="9087562" y="368285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1D4FE7A9-8668-751E-00D2-9FBF571D4F09}"/>
              </a:ext>
            </a:extLst>
          </p:cNvPr>
          <p:cNvSpPr/>
          <p:nvPr/>
        </p:nvSpPr>
        <p:spPr>
          <a:xfrm>
            <a:off x="7916916" y="30886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8A931C4E-7995-2D21-D3CA-D74E5333B139}"/>
              </a:ext>
            </a:extLst>
          </p:cNvPr>
          <p:cNvSpPr/>
          <p:nvPr/>
        </p:nvSpPr>
        <p:spPr>
          <a:xfrm>
            <a:off x="8463446" y="246238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169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ED97-4674-F5F5-2C3A-298F01179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07006390-F7CE-F7A8-E086-19654EE97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F1248A0-651D-D758-AB98-3712B048C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73370"/>
              </p:ext>
            </p:extLst>
          </p:nvPr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5FABD2FF-8498-7869-E716-4EFD467A1715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79D34FAE-4A9A-7EC4-5D29-2F180D8F8CD0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668E6982-7615-534D-BBA0-D7FAC899A320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7E399DB3-25F8-768D-0314-1DE667D623C7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7C69A526-6282-F97C-6AEF-F7C156AD6EA3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ED94C0BE-BA7B-33AE-2F3D-662E82F49D97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FF129B1B-F0AC-E1E7-FAC0-B9808A91C5A9}"/>
              </a:ext>
            </a:extLst>
          </p:cNvPr>
          <p:cNvSpPr/>
          <p:nvPr/>
        </p:nvSpPr>
        <p:spPr>
          <a:xfrm>
            <a:off x="10370530" y="31335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17751EFF-D2D8-3134-8D7C-68315CA804E3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01828E40-B7CF-5403-3A3A-B714D78AEC85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D8CE3E6F-8615-713A-7D96-5E58945BAB2F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FFE8EE0B-6E16-45D6-69B7-97ED0E59BDCB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8609161A-9537-148B-A6B7-E10558DD1561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49673C56-26F8-6568-BE45-1C18E8EC3CF2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5DF0E6CF-74D3-C405-4C76-A15634FB4952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AC69A20E-14E4-F72F-59EC-80DCA6EE5388}"/>
              </a:ext>
            </a:extLst>
          </p:cNvPr>
          <p:cNvSpPr/>
          <p:nvPr/>
        </p:nvSpPr>
        <p:spPr>
          <a:xfrm>
            <a:off x="9138661" y="2537840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24E6DA78-4B4F-D401-25AF-90DFBCD5E9F9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CDC3E463-85B1-D777-2112-0BF259C6C936}"/>
              </a:ext>
            </a:extLst>
          </p:cNvPr>
          <p:cNvSpPr/>
          <p:nvPr/>
        </p:nvSpPr>
        <p:spPr>
          <a:xfrm>
            <a:off x="11164428" y="398134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A94CCEF1-6D00-EC37-0E07-1E2567D1E0F1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DE31A0E1-5591-4DE6-1F51-6EE239460538}"/>
              </a:ext>
            </a:extLst>
          </p:cNvPr>
          <p:cNvSpPr/>
          <p:nvPr/>
        </p:nvSpPr>
        <p:spPr>
          <a:xfrm>
            <a:off x="73331" y="460058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967E4222-848B-81E1-6F27-9FF1456BFB04}"/>
              </a:ext>
            </a:extLst>
          </p:cNvPr>
          <p:cNvSpPr/>
          <p:nvPr/>
        </p:nvSpPr>
        <p:spPr>
          <a:xfrm>
            <a:off x="34861" y="399514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973C554B-DC68-3FB4-2517-6FFEB376942E}"/>
              </a:ext>
            </a:extLst>
          </p:cNvPr>
          <p:cNvSpPr/>
          <p:nvPr/>
        </p:nvSpPr>
        <p:spPr>
          <a:xfrm>
            <a:off x="22155" y="281012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37A20BFE-90C4-6CDC-81A4-7614FB5A6C2B}"/>
              </a:ext>
            </a:extLst>
          </p:cNvPr>
          <p:cNvSpPr/>
          <p:nvPr/>
        </p:nvSpPr>
        <p:spPr>
          <a:xfrm>
            <a:off x="28508" y="340263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78363291-E53E-8FF3-1C79-DF114A89DC7D}"/>
              </a:ext>
            </a:extLst>
          </p:cNvPr>
          <p:cNvSpPr/>
          <p:nvPr/>
        </p:nvSpPr>
        <p:spPr>
          <a:xfrm>
            <a:off x="11185241" y="4617484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1D958BDC-8688-572F-111D-3255FADECB8A}"/>
              </a:ext>
            </a:extLst>
          </p:cNvPr>
          <p:cNvSpPr/>
          <p:nvPr/>
        </p:nvSpPr>
        <p:spPr>
          <a:xfrm>
            <a:off x="11117665" y="315228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Multiply 26">
            <a:extLst>
              <a:ext uri="{FF2B5EF4-FFF2-40B4-BE49-F238E27FC236}">
                <a16:creationId xmlns:a16="http://schemas.microsoft.com/office/drawing/2014/main" id="{F1295A5B-9084-B358-AC86-FF1B411A1CB3}"/>
              </a:ext>
            </a:extLst>
          </p:cNvPr>
          <p:cNvSpPr/>
          <p:nvPr/>
        </p:nvSpPr>
        <p:spPr>
          <a:xfrm>
            <a:off x="-20341" y="5147434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Multiply 27">
            <a:extLst>
              <a:ext uri="{FF2B5EF4-FFF2-40B4-BE49-F238E27FC236}">
                <a16:creationId xmlns:a16="http://schemas.microsoft.com/office/drawing/2014/main" id="{16FD6C57-6EB8-B08F-C60F-9849A128A97F}"/>
              </a:ext>
            </a:extLst>
          </p:cNvPr>
          <p:cNvSpPr/>
          <p:nvPr/>
        </p:nvSpPr>
        <p:spPr>
          <a:xfrm>
            <a:off x="6727310" y="370619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Multiply 28">
            <a:extLst>
              <a:ext uri="{FF2B5EF4-FFF2-40B4-BE49-F238E27FC236}">
                <a16:creationId xmlns:a16="http://schemas.microsoft.com/office/drawing/2014/main" id="{E79584A1-14AA-21FE-597F-37D5FC87C76F}"/>
              </a:ext>
            </a:extLst>
          </p:cNvPr>
          <p:cNvSpPr/>
          <p:nvPr/>
        </p:nvSpPr>
        <p:spPr>
          <a:xfrm>
            <a:off x="9137381" y="372886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3478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3F145-8AD5-DE00-2F90-ADBE1F32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AF2AFDD9-D88B-48AD-2711-66A1A3BEC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319" y="33657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1AE6D5-5693-1934-C94C-C936D3A79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912262"/>
              </p:ext>
            </p:extLst>
          </p:nvPr>
        </p:nvGraphicFramePr>
        <p:xfrm>
          <a:off x="4448207" y="111208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4EE56BB5-49ED-C81F-BB04-8DBF582B1F59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3EE87249-62AB-DA23-167D-C78FDA347966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A5090BD2-519B-939E-C736-6E014A9F9A06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1CCC3A70-9194-0089-318A-A546ECA9B194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0444B428-9425-E3C8-CD9C-D8BFBAA48EFA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96D8DE8D-7EDC-0859-89D4-509B7F9EA4AD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7F62070E-4067-BA6C-AA60-A4BCC7E6A802}"/>
              </a:ext>
            </a:extLst>
          </p:cNvPr>
          <p:cNvSpPr/>
          <p:nvPr/>
        </p:nvSpPr>
        <p:spPr>
          <a:xfrm>
            <a:off x="10356204" y="31335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A440FED1-804A-8D6C-9C9E-36CDF5B232EE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C1920B16-F21C-BB80-9E33-A58CBA0D3119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AACB5D60-C24A-0C62-B079-D026B928CAAF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6FA3D596-8D2B-F099-6400-84BF91BC1192}"/>
              </a:ext>
            </a:extLst>
          </p:cNvPr>
          <p:cNvSpPr/>
          <p:nvPr/>
        </p:nvSpPr>
        <p:spPr>
          <a:xfrm>
            <a:off x="54842" y="4612893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D92FF03A-4E96-7726-17B8-E7F8AD19606D}"/>
              </a:ext>
            </a:extLst>
          </p:cNvPr>
          <p:cNvSpPr/>
          <p:nvPr/>
        </p:nvSpPr>
        <p:spPr>
          <a:xfrm>
            <a:off x="5559597" y="31790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D9FDDD58-4D23-2187-A5E5-19004F655727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69F269D7-CB18-F6D5-2437-16694F82F50B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243EF2A1-06DD-3BF1-0A23-18E445AB6F83}"/>
              </a:ext>
            </a:extLst>
          </p:cNvPr>
          <p:cNvSpPr/>
          <p:nvPr/>
        </p:nvSpPr>
        <p:spPr>
          <a:xfrm>
            <a:off x="9138661" y="2537840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FFBB49D1-3A1A-6513-FFBA-7C25C0C08D2A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60A5A2B1-656B-B56D-D0E9-E9C18BAAF999}"/>
              </a:ext>
            </a:extLst>
          </p:cNvPr>
          <p:cNvSpPr/>
          <p:nvPr/>
        </p:nvSpPr>
        <p:spPr>
          <a:xfrm>
            <a:off x="9137381" y="370128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364A56AD-B960-302D-2B01-43DE53E9F2C4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20DF6231-95FC-35CD-0688-DBA3ECD08E3B}"/>
              </a:ext>
            </a:extLst>
          </p:cNvPr>
          <p:cNvSpPr/>
          <p:nvPr/>
        </p:nvSpPr>
        <p:spPr>
          <a:xfrm>
            <a:off x="6146107" y="490693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378F126D-3C81-8A18-00F3-4FDAB9B0C78E}"/>
              </a:ext>
            </a:extLst>
          </p:cNvPr>
          <p:cNvSpPr/>
          <p:nvPr/>
        </p:nvSpPr>
        <p:spPr>
          <a:xfrm>
            <a:off x="4289972" y="490693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07D75CB5-F8D7-CD8C-9FBE-8D29B3FB8898}"/>
              </a:ext>
            </a:extLst>
          </p:cNvPr>
          <p:cNvSpPr/>
          <p:nvPr/>
        </p:nvSpPr>
        <p:spPr>
          <a:xfrm>
            <a:off x="22155" y="281012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C12090E7-4152-ABF3-0761-FDF284DE9F16}"/>
              </a:ext>
            </a:extLst>
          </p:cNvPr>
          <p:cNvSpPr/>
          <p:nvPr/>
        </p:nvSpPr>
        <p:spPr>
          <a:xfrm>
            <a:off x="4319898" y="37217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A07536C6-86A0-346E-A826-334B3F94D76B}"/>
              </a:ext>
            </a:extLst>
          </p:cNvPr>
          <p:cNvSpPr/>
          <p:nvPr/>
        </p:nvSpPr>
        <p:spPr>
          <a:xfrm>
            <a:off x="11388983" y="492062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03C9E417-BECB-E2A8-DB67-F2705CE3B7FC}"/>
              </a:ext>
            </a:extLst>
          </p:cNvPr>
          <p:cNvSpPr/>
          <p:nvPr/>
        </p:nvSpPr>
        <p:spPr>
          <a:xfrm>
            <a:off x="8517651" y="492048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Multiply 26">
            <a:extLst>
              <a:ext uri="{FF2B5EF4-FFF2-40B4-BE49-F238E27FC236}">
                <a16:creationId xmlns:a16="http://schemas.microsoft.com/office/drawing/2014/main" id="{E149268C-3117-4885-C128-5DC39C766F3F}"/>
              </a:ext>
            </a:extLst>
          </p:cNvPr>
          <p:cNvSpPr/>
          <p:nvPr/>
        </p:nvSpPr>
        <p:spPr>
          <a:xfrm>
            <a:off x="13464" y="2209800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Multiply 27">
            <a:extLst>
              <a:ext uri="{FF2B5EF4-FFF2-40B4-BE49-F238E27FC236}">
                <a16:creationId xmlns:a16="http://schemas.microsoft.com/office/drawing/2014/main" id="{6D038040-14FE-FDDB-180B-191645CB1498}"/>
              </a:ext>
            </a:extLst>
          </p:cNvPr>
          <p:cNvSpPr/>
          <p:nvPr/>
        </p:nvSpPr>
        <p:spPr>
          <a:xfrm>
            <a:off x="13464" y="985028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Multiply 28">
            <a:extLst>
              <a:ext uri="{FF2B5EF4-FFF2-40B4-BE49-F238E27FC236}">
                <a16:creationId xmlns:a16="http://schemas.microsoft.com/office/drawing/2014/main" id="{29639E59-E9CD-1BCC-5AAD-1A2F27AAC2A0}"/>
              </a:ext>
            </a:extLst>
          </p:cNvPr>
          <p:cNvSpPr/>
          <p:nvPr/>
        </p:nvSpPr>
        <p:spPr>
          <a:xfrm>
            <a:off x="13464" y="1597414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8501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58B82-4C34-6F5E-0CD6-E6C34FE5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4D41099E-36FC-C4F1-0851-CF3E75426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319" y="33657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ED4C49-D963-9759-0E2A-2F868EF93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521953"/>
              </p:ext>
            </p:extLst>
          </p:nvPr>
        </p:nvGraphicFramePr>
        <p:xfrm>
          <a:off x="4435302" y="99322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2443C3AE-AE92-82E7-DC75-072243A071D3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228F2B25-DE99-E91E-F945-BAE1642CFED9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011A780B-D780-72D6-01D4-A70269C5C346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24DF297F-C207-2696-19BF-B887A686D69B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5193D055-CD81-393F-9E09-CC05B1DA2D5B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70BE702E-15EE-9203-577F-CC2AE79C78B1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D73C8A4C-50FD-B94B-925C-6258FE1E9B8B}"/>
              </a:ext>
            </a:extLst>
          </p:cNvPr>
          <p:cNvSpPr/>
          <p:nvPr/>
        </p:nvSpPr>
        <p:spPr>
          <a:xfrm>
            <a:off x="10356204" y="31335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CD6F6668-AB9D-88DD-1050-BFF0CD42E4C6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DEC6C869-99EB-4A26-3B59-F7EE124D70B5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CAC6E0B0-A487-B8D3-200B-56B972DFA699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7DED0C6C-72D5-84F6-54E5-EC1388A2839A}"/>
              </a:ext>
            </a:extLst>
          </p:cNvPr>
          <p:cNvSpPr/>
          <p:nvPr/>
        </p:nvSpPr>
        <p:spPr>
          <a:xfrm>
            <a:off x="167446" y="2439507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3F12E371-CA9E-DB19-6B36-74F83CEDCBB2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3EE2B0BB-7235-7E56-4980-9D865B332526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06C0D73D-85F8-2B00-A571-BA6227759522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145C2412-7D07-9AC6-440C-5857ECF5D17B}"/>
              </a:ext>
            </a:extLst>
          </p:cNvPr>
          <p:cNvSpPr/>
          <p:nvPr/>
        </p:nvSpPr>
        <p:spPr>
          <a:xfrm>
            <a:off x="9138763" y="2557003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5E76D6E3-2390-D748-842E-E1033EF8957E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4A0F538A-FA60-D12A-9A82-93D77F56D12D}"/>
              </a:ext>
            </a:extLst>
          </p:cNvPr>
          <p:cNvSpPr/>
          <p:nvPr/>
        </p:nvSpPr>
        <p:spPr>
          <a:xfrm>
            <a:off x="9124365" y="373121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B1D16F5A-3F66-6C34-32E8-749C9E7F9BD6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73686A9A-F7B8-A2B0-6B8A-83A683E52D4B}"/>
              </a:ext>
            </a:extLst>
          </p:cNvPr>
          <p:cNvSpPr/>
          <p:nvPr/>
        </p:nvSpPr>
        <p:spPr>
          <a:xfrm>
            <a:off x="6116264" y="49212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0F87E03A-7DCD-0394-0493-5AD8790F08D7}"/>
              </a:ext>
            </a:extLst>
          </p:cNvPr>
          <p:cNvSpPr/>
          <p:nvPr/>
        </p:nvSpPr>
        <p:spPr>
          <a:xfrm>
            <a:off x="7313648" y="547230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7EEA1034-F21A-6F68-2EFF-906EEF2EAFE1}"/>
              </a:ext>
            </a:extLst>
          </p:cNvPr>
          <p:cNvSpPr/>
          <p:nvPr/>
        </p:nvSpPr>
        <p:spPr>
          <a:xfrm>
            <a:off x="7919926" y="31335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34615BC9-2EE8-EF42-9126-5C15ACE992C3}"/>
              </a:ext>
            </a:extLst>
          </p:cNvPr>
          <p:cNvSpPr/>
          <p:nvPr/>
        </p:nvSpPr>
        <p:spPr>
          <a:xfrm>
            <a:off x="8511032" y="492048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8FE00A8A-DE69-C6F8-5881-41ECCB1E617B}"/>
              </a:ext>
            </a:extLst>
          </p:cNvPr>
          <p:cNvSpPr/>
          <p:nvPr/>
        </p:nvSpPr>
        <p:spPr>
          <a:xfrm>
            <a:off x="6132987" y="373121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AD737510-FE78-5D36-7267-C997FFCD04D1}"/>
              </a:ext>
            </a:extLst>
          </p:cNvPr>
          <p:cNvSpPr/>
          <p:nvPr/>
        </p:nvSpPr>
        <p:spPr>
          <a:xfrm>
            <a:off x="10328939" y="492048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Multiply 26">
            <a:extLst>
              <a:ext uri="{FF2B5EF4-FFF2-40B4-BE49-F238E27FC236}">
                <a16:creationId xmlns:a16="http://schemas.microsoft.com/office/drawing/2014/main" id="{37FE687F-33EF-244D-2526-A5BF48981B8A}"/>
              </a:ext>
            </a:extLst>
          </p:cNvPr>
          <p:cNvSpPr/>
          <p:nvPr/>
        </p:nvSpPr>
        <p:spPr>
          <a:xfrm>
            <a:off x="4309338" y="492048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Multiply 27">
            <a:extLst>
              <a:ext uri="{FF2B5EF4-FFF2-40B4-BE49-F238E27FC236}">
                <a16:creationId xmlns:a16="http://schemas.microsoft.com/office/drawing/2014/main" id="{869514C5-6B80-8AAD-0B1E-150CF2E24643}"/>
              </a:ext>
            </a:extLst>
          </p:cNvPr>
          <p:cNvSpPr/>
          <p:nvPr/>
        </p:nvSpPr>
        <p:spPr>
          <a:xfrm>
            <a:off x="13464" y="985028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Multiply 28">
            <a:extLst>
              <a:ext uri="{FF2B5EF4-FFF2-40B4-BE49-F238E27FC236}">
                <a16:creationId xmlns:a16="http://schemas.microsoft.com/office/drawing/2014/main" id="{F7B53A85-536F-61D0-94BC-3B1034258247}"/>
              </a:ext>
            </a:extLst>
          </p:cNvPr>
          <p:cNvSpPr/>
          <p:nvPr/>
        </p:nvSpPr>
        <p:spPr>
          <a:xfrm>
            <a:off x="13464" y="1597414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932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C016-A2B9-CDF0-144D-F90D46CA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C59B6B34-ED7B-8430-D40C-891ABB482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60B4BC-27EC-F4F4-C74C-F3EBBEBD39B1}"/>
              </a:ext>
            </a:extLst>
          </p:cNvPr>
          <p:cNvGraphicFramePr>
            <a:graphicFrameLocks noGrp="1"/>
          </p:cNvGraphicFramePr>
          <p:nvPr/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E30A8C19-8C0B-4DC5-ADBE-84C8CC3D9717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6C80D6DB-9E49-1DC4-309D-81C4472D5E73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5CDE64DD-6990-A386-1EF5-924CEB50BC5B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D9355077-FB6F-9177-B67B-BC4EB629F02F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1A17343E-49DF-E4A3-2A1A-681852A7BE64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E85FC7BA-C3C3-163A-9533-00AF4969BE7A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1336F754-514B-05FF-3FA7-6772F55F64C3}"/>
              </a:ext>
            </a:extLst>
          </p:cNvPr>
          <p:cNvSpPr/>
          <p:nvPr/>
        </p:nvSpPr>
        <p:spPr>
          <a:xfrm>
            <a:off x="143824" y="1050950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FCF06B40-2210-9120-1403-FFDBDF1A8450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0C95F96A-AFFF-3FBA-7B11-DCE4844AEE65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85D971B8-8514-4D48-274F-23F66D9D6F8A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D93277C0-8473-0440-544F-3CC3EDDD8672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88B44ABB-25F9-8F47-2174-7360C826C1E6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A67454F6-10C7-063D-8382-EE758B112565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F336FD66-46F2-3423-683E-59A8A49CE21B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3124F1E5-0416-F29F-A1C4-618E0E8695F2}"/>
              </a:ext>
            </a:extLst>
          </p:cNvPr>
          <p:cNvSpPr/>
          <p:nvPr/>
        </p:nvSpPr>
        <p:spPr>
          <a:xfrm>
            <a:off x="9138661" y="2537840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CE34C531-AC61-C42D-3415-CB665FCF32C5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0DCCFA0B-15F1-5435-766E-8BBC940D18EF}"/>
              </a:ext>
            </a:extLst>
          </p:cNvPr>
          <p:cNvSpPr/>
          <p:nvPr/>
        </p:nvSpPr>
        <p:spPr>
          <a:xfrm>
            <a:off x="10352755" y="313419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4F3DF54E-0910-E2EB-25C1-4033C5DF3060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5299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5500-F549-F632-F6D8-FB92EAE2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D17E2E08-4BFD-5904-E828-71F8682E8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9717FA-8530-A364-032E-BA845FCAE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426800"/>
              </p:ext>
            </p:extLst>
          </p:nvPr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4,5,6,7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E50D7D70-AF10-98C5-6BFF-EF071922AA3B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DD5C0CAD-7878-F777-FE23-C97F9B4CFC76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7B2E3859-B0FA-9BE3-BD22-D6A8F46B8E5C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F58EEDD0-7B1B-D0C8-1C2B-16E027FBE53A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3AE484BB-1CE8-7F4C-A7E9-2A15BA178B4C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3476D119-C606-043C-E8D0-C027974B92C3}"/>
              </a:ext>
            </a:extLst>
          </p:cNvPr>
          <p:cNvSpPr/>
          <p:nvPr/>
        </p:nvSpPr>
        <p:spPr>
          <a:xfrm>
            <a:off x="7410438" y="140970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980A9038-7175-B656-414C-D416F3632984}"/>
              </a:ext>
            </a:extLst>
          </p:cNvPr>
          <p:cNvSpPr/>
          <p:nvPr/>
        </p:nvSpPr>
        <p:spPr>
          <a:xfrm>
            <a:off x="4328039" y="25524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F9CAF478-0D13-E6E0-EE45-8B92C71E42FF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863D8E64-0BA6-A638-945E-EEBC603A7994}"/>
              </a:ext>
            </a:extLst>
          </p:cNvPr>
          <p:cNvSpPr/>
          <p:nvPr/>
        </p:nvSpPr>
        <p:spPr>
          <a:xfrm>
            <a:off x="9102830" y="2537839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487187D5-E44A-EBF8-2A0B-14A3E8B17174}"/>
              </a:ext>
            </a:extLst>
          </p:cNvPr>
          <p:cNvSpPr/>
          <p:nvPr/>
        </p:nvSpPr>
        <p:spPr>
          <a:xfrm>
            <a:off x="10362809" y="376492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06667F7E-E111-EB9C-AB41-F024C2A0B8E5}"/>
              </a:ext>
            </a:extLst>
          </p:cNvPr>
          <p:cNvSpPr/>
          <p:nvPr/>
        </p:nvSpPr>
        <p:spPr>
          <a:xfrm>
            <a:off x="263467" y="2243037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DEB62904-61DD-9393-E3F7-EC2739765B76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404CC3E2-E132-6FBC-1045-F2DFE190DA75}"/>
              </a:ext>
            </a:extLst>
          </p:cNvPr>
          <p:cNvSpPr/>
          <p:nvPr/>
        </p:nvSpPr>
        <p:spPr>
          <a:xfrm>
            <a:off x="4311757" y="372426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C34BF8A2-1F7C-8C55-B906-7CA723976E2E}"/>
              </a:ext>
            </a:extLst>
          </p:cNvPr>
          <p:cNvSpPr/>
          <p:nvPr/>
        </p:nvSpPr>
        <p:spPr>
          <a:xfrm>
            <a:off x="5523551" y="197185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BF6C11F8-2D9A-43B8-B1D8-38853B01DCEB}"/>
              </a:ext>
            </a:extLst>
          </p:cNvPr>
          <p:cNvSpPr/>
          <p:nvPr/>
        </p:nvSpPr>
        <p:spPr>
          <a:xfrm>
            <a:off x="10370031" y="1931195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1838B14D-8BBC-726E-83CB-695FDC2DD3A0}"/>
              </a:ext>
            </a:extLst>
          </p:cNvPr>
          <p:cNvSpPr/>
          <p:nvPr/>
        </p:nvSpPr>
        <p:spPr>
          <a:xfrm>
            <a:off x="9147972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0875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7053-B0E7-3831-ECB6-6C34F54C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A5E60B11-6F6B-C1F2-3ED7-8B88DF564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C8BBFC-1125-3C4B-4212-85210E518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113552"/>
              </p:ext>
            </p:extLst>
          </p:nvPr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4,5,6,7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FD2BA63C-7D50-AC66-046A-FA78BAA07ABE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4099A066-1DCE-3FFC-3C05-F51B44CF4F6E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9809BFD6-2CB7-E582-D58C-120E5C7FC324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1FDE9B28-3B50-A574-4FDB-E89B854A53A7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2B7317F9-9AA3-CC75-5085-982C71BDCCB9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1C578965-8165-754A-393C-EEFDC979A793}"/>
              </a:ext>
            </a:extLst>
          </p:cNvPr>
          <p:cNvSpPr/>
          <p:nvPr/>
        </p:nvSpPr>
        <p:spPr>
          <a:xfrm>
            <a:off x="7410438" y="140970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D409B984-EE3A-ED39-F4CD-E01169549172}"/>
              </a:ext>
            </a:extLst>
          </p:cNvPr>
          <p:cNvSpPr/>
          <p:nvPr/>
        </p:nvSpPr>
        <p:spPr>
          <a:xfrm>
            <a:off x="4328039" y="25524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654FC568-5578-AF6D-E9C4-57BFD9744E60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F474AFF3-E44A-3F99-788A-C8C59B084D10}"/>
              </a:ext>
            </a:extLst>
          </p:cNvPr>
          <p:cNvSpPr/>
          <p:nvPr/>
        </p:nvSpPr>
        <p:spPr>
          <a:xfrm>
            <a:off x="7896190" y="1928239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B6D3896F-A99A-8CA3-5F04-4B7850F259CD}"/>
              </a:ext>
            </a:extLst>
          </p:cNvPr>
          <p:cNvSpPr/>
          <p:nvPr/>
        </p:nvSpPr>
        <p:spPr>
          <a:xfrm>
            <a:off x="10362809" y="376492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30A04088-1AAD-C0D6-A3BA-FF3232728EB4}"/>
              </a:ext>
            </a:extLst>
          </p:cNvPr>
          <p:cNvSpPr/>
          <p:nvPr/>
        </p:nvSpPr>
        <p:spPr>
          <a:xfrm>
            <a:off x="6740544" y="2537841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15CE1F89-07ED-9BB7-31A5-88B0D61CD512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E8A68301-BA11-2BAB-6FFF-B01DBC851598}"/>
              </a:ext>
            </a:extLst>
          </p:cNvPr>
          <p:cNvSpPr/>
          <p:nvPr/>
        </p:nvSpPr>
        <p:spPr>
          <a:xfrm>
            <a:off x="4311757" y="372426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C926E05F-96BC-5CEE-6068-E4E1DDEA5D02}"/>
              </a:ext>
            </a:extLst>
          </p:cNvPr>
          <p:cNvSpPr/>
          <p:nvPr/>
        </p:nvSpPr>
        <p:spPr>
          <a:xfrm>
            <a:off x="5523551" y="197185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A83F01CE-2678-3750-B6D7-31F2A82BB47E}"/>
              </a:ext>
            </a:extLst>
          </p:cNvPr>
          <p:cNvSpPr/>
          <p:nvPr/>
        </p:nvSpPr>
        <p:spPr>
          <a:xfrm>
            <a:off x="10370031" y="1931195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621788B2-E645-60A8-C9DE-366293BD236B}"/>
              </a:ext>
            </a:extLst>
          </p:cNvPr>
          <p:cNvSpPr/>
          <p:nvPr/>
        </p:nvSpPr>
        <p:spPr>
          <a:xfrm>
            <a:off x="9147972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8E10A98B-E895-9430-1C1B-040EFDAD5930}"/>
              </a:ext>
            </a:extLst>
          </p:cNvPr>
          <p:cNvSpPr/>
          <p:nvPr/>
        </p:nvSpPr>
        <p:spPr>
          <a:xfrm>
            <a:off x="-111297" y="13450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0E0FE5B9-B387-E4E8-86C2-6131C470AC0B}"/>
              </a:ext>
            </a:extLst>
          </p:cNvPr>
          <p:cNvSpPr/>
          <p:nvPr/>
        </p:nvSpPr>
        <p:spPr>
          <a:xfrm>
            <a:off x="87359" y="68019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1080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D506-E39B-831B-6013-21E44398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4CA9C8DE-1BB3-6028-ED02-1DF614592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4D0D75-DF72-6BF1-45D1-A8657471D854}"/>
              </a:ext>
            </a:extLst>
          </p:cNvPr>
          <p:cNvGraphicFramePr>
            <a:graphicFrameLocks noGrp="1"/>
          </p:cNvGraphicFramePr>
          <p:nvPr/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4,5,6,7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2178E54A-2967-429D-EE14-C3ECD123EEB5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5DD6CE6F-5659-A3B0-B130-7324CE3CF0AE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A62B2959-C3E6-34C2-BB60-D574DEFDF1ED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4D8ABDB0-7FCF-2D91-C09C-A0EB35724A50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70F54A09-8B14-2897-64EC-EA7D6E40B7EE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2C7EF4BA-2C60-28DA-33E3-4ADD061FC467}"/>
              </a:ext>
            </a:extLst>
          </p:cNvPr>
          <p:cNvSpPr/>
          <p:nvPr/>
        </p:nvSpPr>
        <p:spPr>
          <a:xfrm>
            <a:off x="7410438" y="140970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5EC2650C-83CA-BDB5-3710-4FB2D1D82CCA}"/>
              </a:ext>
            </a:extLst>
          </p:cNvPr>
          <p:cNvSpPr/>
          <p:nvPr/>
        </p:nvSpPr>
        <p:spPr>
          <a:xfrm>
            <a:off x="4328039" y="25524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3F17005C-67A9-EA81-CAD8-00E19FCBE202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95E83FEB-6027-767F-0630-630DF474A32A}"/>
              </a:ext>
            </a:extLst>
          </p:cNvPr>
          <p:cNvSpPr/>
          <p:nvPr/>
        </p:nvSpPr>
        <p:spPr>
          <a:xfrm>
            <a:off x="7896190" y="1928239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C7703AA1-C987-B75E-52F3-6DED095BDF8B}"/>
              </a:ext>
            </a:extLst>
          </p:cNvPr>
          <p:cNvSpPr/>
          <p:nvPr/>
        </p:nvSpPr>
        <p:spPr>
          <a:xfrm>
            <a:off x="10362809" y="376492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6F89305D-647C-A72C-9F5B-CBD09A1F08D4}"/>
              </a:ext>
            </a:extLst>
          </p:cNvPr>
          <p:cNvSpPr/>
          <p:nvPr/>
        </p:nvSpPr>
        <p:spPr>
          <a:xfrm>
            <a:off x="6740544" y="2537841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61BDE662-F7CB-306D-457A-5B7580B770AE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472CD0DD-B704-3497-33F0-48A7CC240F30}"/>
              </a:ext>
            </a:extLst>
          </p:cNvPr>
          <p:cNvSpPr/>
          <p:nvPr/>
        </p:nvSpPr>
        <p:spPr>
          <a:xfrm>
            <a:off x="4311757" y="372426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0F81F842-7B91-1AFA-F001-4CF8E824C73A}"/>
              </a:ext>
            </a:extLst>
          </p:cNvPr>
          <p:cNvSpPr/>
          <p:nvPr/>
        </p:nvSpPr>
        <p:spPr>
          <a:xfrm>
            <a:off x="5523551" y="197185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D8D5FA43-AACA-7A7A-7843-78D87A2BE8E3}"/>
              </a:ext>
            </a:extLst>
          </p:cNvPr>
          <p:cNvSpPr/>
          <p:nvPr/>
        </p:nvSpPr>
        <p:spPr>
          <a:xfrm>
            <a:off x="10370031" y="1931195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FC1D6109-983F-916D-03DF-D92BF1C4AA2F}"/>
              </a:ext>
            </a:extLst>
          </p:cNvPr>
          <p:cNvSpPr/>
          <p:nvPr/>
        </p:nvSpPr>
        <p:spPr>
          <a:xfrm>
            <a:off x="9147972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88EF4297-80B0-D306-313B-9AAF899181C6}"/>
              </a:ext>
            </a:extLst>
          </p:cNvPr>
          <p:cNvSpPr/>
          <p:nvPr/>
        </p:nvSpPr>
        <p:spPr>
          <a:xfrm>
            <a:off x="-111297" y="13450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E72D172C-E190-6C82-AFE2-AF1B5071085E}"/>
              </a:ext>
            </a:extLst>
          </p:cNvPr>
          <p:cNvSpPr/>
          <p:nvPr/>
        </p:nvSpPr>
        <p:spPr>
          <a:xfrm>
            <a:off x="87359" y="68019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06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A2B0A-9D17-EC15-BB0C-3E618D08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7DB6DB3E-D169-603B-79C8-B176A8046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B49374-C8BD-9AB6-4D86-FD411047C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43210"/>
              </p:ext>
            </p:extLst>
          </p:nvPr>
        </p:nvGraphicFramePr>
        <p:xfrm>
          <a:off x="4403559" y="108284"/>
          <a:ext cx="6723222" cy="675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202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11202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69207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60576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165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D098-11C4-C7EE-AE70-4EEA3B01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719EB11E-B803-BD49-F963-43D52518E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42" y="0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AF960F-AD29-9049-D9B9-FEC5E6A28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804423"/>
              </p:ext>
            </p:extLst>
          </p:nvPr>
        </p:nvGraphicFramePr>
        <p:xfrm>
          <a:off x="4450395" y="99320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X5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5D35470B-9FD1-3CCE-2B31-F6484859B2B9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BF59ABDD-AC2A-AAC7-157E-0F15F39643CA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92CC3FA7-66B5-B148-BCCC-336083D6F661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E5F397BD-A57C-74A6-D930-53A673D265D7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2880FDDE-433F-2068-66EA-05A206679E5C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B0EF4C3E-8D48-67E2-36D7-E7F1E8114BA2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A93ABEA3-2A73-8BA7-93C2-CF9FB31CAFF2}"/>
              </a:ext>
            </a:extLst>
          </p:cNvPr>
          <p:cNvSpPr/>
          <p:nvPr/>
        </p:nvSpPr>
        <p:spPr>
          <a:xfrm>
            <a:off x="-155894" y="75223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1E5102DE-66A9-04ED-9ADD-5DDBFEEAF2FA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D0FC43C8-D0BB-AE7F-7427-FF22CA50DB66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965AEC44-969D-2FF7-243F-48382D0A702F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AF2C8827-EE9B-A489-7C61-4F716587E19D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DCE000C0-5CCF-4078-167F-BF8678799158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3C3892B5-1503-7E4A-349E-65EBD19206EC}"/>
              </a:ext>
            </a:extLst>
          </p:cNvPr>
          <p:cNvSpPr/>
          <p:nvPr/>
        </p:nvSpPr>
        <p:spPr>
          <a:xfrm>
            <a:off x="6729988" y="2511471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F97B64FF-B73D-B3BA-75B8-66031186D29C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3564C361-FDCA-91A4-FAE0-A2C134CBE5A1}"/>
              </a:ext>
            </a:extLst>
          </p:cNvPr>
          <p:cNvSpPr/>
          <p:nvPr/>
        </p:nvSpPr>
        <p:spPr>
          <a:xfrm>
            <a:off x="10353749" y="3133568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B2FC23DD-5F18-07D7-4E4A-E7C6E1A3DFFD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5C388322-3139-952F-8145-948E8E406504}"/>
              </a:ext>
            </a:extLst>
          </p:cNvPr>
          <p:cNvSpPr/>
          <p:nvPr/>
        </p:nvSpPr>
        <p:spPr>
          <a:xfrm>
            <a:off x="-111297" y="13450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543EF0DC-8853-1100-6EDB-9BE9F5BD0D5F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23A36D49-69E4-95E7-6FAB-5D1D4B346E39}"/>
              </a:ext>
            </a:extLst>
          </p:cNvPr>
          <p:cNvSpPr/>
          <p:nvPr/>
        </p:nvSpPr>
        <p:spPr>
          <a:xfrm>
            <a:off x="10361997" y="5521261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ABF183E0-EA69-D323-F9E0-4BB9E647850C}"/>
              </a:ext>
            </a:extLst>
          </p:cNvPr>
          <p:cNvSpPr/>
          <p:nvPr/>
        </p:nvSpPr>
        <p:spPr>
          <a:xfrm>
            <a:off x="631114" y="4890231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7AE62868-F4C3-6D12-3D0D-5E31681FEA2D}"/>
              </a:ext>
            </a:extLst>
          </p:cNvPr>
          <p:cNvSpPr/>
          <p:nvPr/>
        </p:nvSpPr>
        <p:spPr>
          <a:xfrm>
            <a:off x="7335095" y="5490402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172FD47E-C897-B479-D225-16D737A79C85}"/>
              </a:ext>
            </a:extLst>
          </p:cNvPr>
          <p:cNvSpPr/>
          <p:nvPr/>
        </p:nvSpPr>
        <p:spPr>
          <a:xfrm>
            <a:off x="4319791" y="5500212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7249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DB41D-B64F-9EA5-19A1-1CB86B10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F81E7AD7-98FE-B192-2136-4AD53A7C5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53" y="42701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D49435-7120-70D7-AD3B-16C8122D1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358121"/>
              </p:ext>
            </p:extLst>
          </p:nvPr>
        </p:nvGraphicFramePr>
        <p:xfrm>
          <a:off x="4450390" y="92362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756A20B9-5617-4593-39AA-BBE84E9F1F06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E9A49D78-2AFD-CB8C-CF0D-6D72ACD3B4CC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4E4BAB81-186E-5D2B-F03A-C6402AD3166F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83D84EEE-D834-DD1B-1DE3-16F7E9C590A9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41C71225-D2E2-0D48-15EA-07AB47F08E02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384B310D-6ED8-78A1-8408-A821FCBDE223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63276E54-73CC-2D51-9355-DA7B5E5F5530}"/>
              </a:ext>
            </a:extLst>
          </p:cNvPr>
          <p:cNvSpPr/>
          <p:nvPr/>
        </p:nvSpPr>
        <p:spPr>
          <a:xfrm>
            <a:off x="11294964" y="3706200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A8811343-14B1-9C9C-6C2F-4C5E53FAFCAA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8964C3DB-4ABF-9442-85BF-C742185BDA1F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AB06739B-6AC1-D9CB-569D-5E481337D175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1980BB40-8A5A-9A58-690A-8BD3167A2DB6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9733FD8D-7A0C-98EA-E630-6D567548E1B6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81A0FC16-4B24-DE3E-C2D2-61A314C67A84}"/>
              </a:ext>
            </a:extLst>
          </p:cNvPr>
          <p:cNvSpPr/>
          <p:nvPr/>
        </p:nvSpPr>
        <p:spPr>
          <a:xfrm>
            <a:off x="6709305" y="2535752"/>
            <a:ext cx="866132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FD8099A3-F25E-4CCF-C94F-A7440565BEAC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61D3E20C-0C70-EAB0-9B6C-BA4193074E5C}"/>
              </a:ext>
            </a:extLst>
          </p:cNvPr>
          <p:cNvSpPr/>
          <p:nvPr/>
        </p:nvSpPr>
        <p:spPr>
          <a:xfrm>
            <a:off x="10370758" y="3130413"/>
            <a:ext cx="848570" cy="89116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026EF0D9-6FC9-D666-07D2-FF70891A260F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062623CA-92F7-0B5C-6EE3-5BFFE21C2C99}"/>
              </a:ext>
            </a:extLst>
          </p:cNvPr>
          <p:cNvSpPr/>
          <p:nvPr/>
        </p:nvSpPr>
        <p:spPr>
          <a:xfrm>
            <a:off x="7341037" y="547230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0A271E24-D556-FCB7-2C2C-C2EC16C309D5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3DFF1D1A-2E6E-837D-3D07-56901B1787AF}"/>
              </a:ext>
            </a:extLst>
          </p:cNvPr>
          <p:cNvSpPr/>
          <p:nvPr/>
        </p:nvSpPr>
        <p:spPr>
          <a:xfrm>
            <a:off x="5508487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3BAFD60C-4EEC-09CA-3337-8EAD43E40D36}"/>
              </a:ext>
            </a:extLst>
          </p:cNvPr>
          <p:cNvSpPr/>
          <p:nvPr/>
        </p:nvSpPr>
        <p:spPr>
          <a:xfrm>
            <a:off x="10336041" y="431871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F595E9CE-16DA-0B7B-D09E-CDDA96D00D1B}"/>
              </a:ext>
            </a:extLst>
          </p:cNvPr>
          <p:cNvSpPr/>
          <p:nvPr/>
        </p:nvSpPr>
        <p:spPr>
          <a:xfrm>
            <a:off x="9132971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3CA21884-F96C-4D76-DF51-19E401026D9C}"/>
              </a:ext>
            </a:extLst>
          </p:cNvPr>
          <p:cNvSpPr/>
          <p:nvPr/>
        </p:nvSpPr>
        <p:spPr>
          <a:xfrm>
            <a:off x="8516237" y="611166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A0AA5E4F-1745-CDD8-C906-EFBE06DEDC40}"/>
              </a:ext>
            </a:extLst>
          </p:cNvPr>
          <p:cNvSpPr/>
          <p:nvPr/>
        </p:nvSpPr>
        <p:spPr>
          <a:xfrm>
            <a:off x="4328039" y="609565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5D15156F-4AE4-226C-DA70-F48FA110135A}"/>
              </a:ext>
            </a:extLst>
          </p:cNvPr>
          <p:cNvSpPr/>
          <p:nvPr/>
        </p:nvSpPr>
        <p:spPr>
          <a:xfrm>
            <a:off x="6120331" y="611756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Multiply 26">
            <a:extLst>
              <a:ext uri="{FF2B5EF4-FFF2-40B4-BE49-F238E27FC236}">
                <a16:creationId xmlns:a16="http://schemas.microsoft.com/office/drawing/2014/main" id="{7AEAEA19-3475-0620-DD4C-88C4A344641D}"/>
              </a:ext>
            </a:extLst>
          </p:cNvPr>
          <p:cNvSpPr/>
          <p:nvPr/>
        </p:nvSpPr>
        <p:spPr>
          <a:xfrm>
            <a:off x="6129745" y="432665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Multiply 27">
            <a:extLst>
              <a:ext uri="{FF2B5EF4-FFF2-40B4-BE49-F238E27FC236}">
                <a16:creationId xmlns:a16="http://schemas.microsoft.com/office/drawing/2014/main" id="{D371C6DF-3E60-DD83-84B0-34017CC65E24}"/>
              </a:ext>
            </a:extLst>
          </p:cNvPr>
          <p:cNvSpPr/>
          <p:nvPr/>
        </p:nvSpPr>
        <p:spPr>
          <a:xfrm>
            <a:off x="8554906" y="432602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2126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D18-CF6C-1CFE-7C6E-0FD39A88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4B2C5CDD-8928-EB9B-6874-45C59EEC2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53" y="42701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7430F1-1A09-E833-0602-D44F4EED6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67481"/>
              </p:ext>
            </p:extLst>
          </p:nvPr>
        </p:nvGraphicFramePr>
        <p:xfrm>
          <a:off x="4448207" y="99322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637FC3DF-A6AC-E630-2E2F-BE6447F39E33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7D101FE8-AE55-4380-B9D9-0DC3869EC402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91BFAE96-B279-1EB3-5D17-2538F277B7E7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9647E21C-E78A-FB02-9A83-8FA419006CFB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BBB78761-6A3C-A79E-40B1-3794830AEAD6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C24867AD-8CB3-24B0-C37D-C238F3245A79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B3F71EA0-5E56-C977-AF69-4A3AA62213FD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D2B7EA31-0DB9-B793-0B60-A32C9D412EE5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42639E47-D3DD-D7B3-07DF-7D5511325B5A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ADA58EA3-D31E-31BE-7286-F818BDAB044C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11EC27F6-EC73-0C6F-C5C4-D6D1B909D9F8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EFF35C25-7419-EBB3-90B7-973561B5CF11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F8D06872-E576-FC2E-0625-60672E4DC69D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748BF555-1726-777E-77FB-94771B94B82C}"/>
              </a:ext>
            </a:extLst>
          </p:cNvPr>
          <p:cNvSpPr/>
          <p:nvPr/>
        </p:nvSpPr>
        <p:spPr>
          <a:xfrm>
            <a:off x="7341037" y="547230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60CDB4DC-1CDF-1B77-223E-74D74C2308FA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C05412B6-109D-499B-EB6D-BA49F6E3836B}"/>
              </a:ext>
            </a:extLst>
          </p:cNvPr>
          <p:cNvSpPr/>
          <p:nvPr/>
        </p:nvSpPr>
        <p:spPr>
          <a:xfrm>
            <a:off x="5508487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08B37AE3-35FD-A3AB-310F-1B1BB345C81E}"/>
              </a:ext>
            </a:extLst>
          </p:cNvPr>
          <p:cNvSpPr/>
          <p:nvPr/>
        </p:nvSpPr>
        <p:spPr>
          <a:xfrm>
            <a:off x="10336041" y="431871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5BA70D4D-F770-2E66-2ABA-B819DA17FC36}"/>
              </a:ext>
            </a:extLst>
          </p:cNvPr>
          <p:cNvSpPr/>
          <p:nvPr/>
        </p:nvSpPr>
        <p:spPr>
          <a:xfrm>
            <a:off x="9132971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4C230577-CA4A-B7AD-B3EF-E0CC1644B71E}"/>
              </a:ext>
            </a:extLst>
          </p:cNvPr>
          <p:cNvSpPr/>
          <p:nvPr/>
        </p:nvSpPr>
        <p:spPr>
          <a:xfrm>
            <a:off x="8539514" y="6090088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ADA3673C-C21E-37EB-F6D8-063BCDCB96BD}"/>
              </a:ext>
            </a:extLst>
          </p:cNvPr>
          <p:cNvSpPr/>
          <p:nvPr/>
        </p:nvSpPr>
        <p:spPr>
          <a:xfrm>
            <a:off x="4328039" y="609565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E5DFF89D-E674-B98D-4726-3F464A10FD0A}"/>
              </a:ext>
            </a:extLst>
          </p:cNvPr>
          <p:cNvSpPr/>
          <p:nvPr/>
        </p:nvSpPr>
        <p:spPr>
          <a:xfrm>
            <a:off x="6120331" y="611756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Multiply 26">
            <a:extLst>
              <a:ext uri="{FF2B5EF4-FFF2-40B4-BE49-F238E27FC236}">
                <a16:creationId xmlns:a16="http://schemas.microsoft.com/office/drawing/2014/main" id="{AEF798ED-1546-2073-EEB7-CCD7AE4B9089}"/>
              </a:ext>
            </a:extLst>
          </p:cNvPr>
          <p:cNvSpPr/>
          <p:nvPr/>
        </p:nvSpPr>
        <p:spPr>
          <a:xfrm>
            <a:off x="6129745" y="432665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2" name="Multiply 10">
            <a:extLst>
              <a:ext uri="{FF2B5EF4-FFF2-40B4-BE49-F238E27FC236}">
                <a16:creationId xmlns:a16="http://schemas.microsoft.com/office/drawing/2014/main" id="{D3E6F461-D7A4-FD28-0E64-6E8935AA76B9}"/>
              </a:ext>
            </a:extLst>
          </p:cNvPr>
          <p:cNvSpPr/>
          <p:nvPr/>
        </p:nvSpPr>
        <p:spPr>
          <a:xfrm>
            <a:off x="7921679" y="431190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3" name="Multiply 10">
            <a:extLst>
              <a:ext uri="{FF2B5EF4-FFF2-40B4-BE49-F238E27FC236}">
                <a16:creationId xmlns:a16="http://schemas.microsoft.com/office/drawing/2014/main" id="{2FDD27E8-7DEC-6C62-1604-3B8D6208F577}"/>
              </a:ext>
            </a:extLst>
          </p:cNvPr>
          <p:cNvSpPr/>
          <p:nvPr/>
        </p:nvSpPr>
        <p:spPr>
          <a:xfrm>
            <a:off x="10393459" y="30886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4" name="Multiply 10">
            <a:extLst>
              <a:ext uri="{FF2B5EF4-FFF2-40B4-BE49-F238E27FC236}">
                <a16:creationId xmlns:a16="http://schemas.microsoft.com/office/drawing/2014/main" id="{DC2E4DEA-F333-D683-BA8C-B7EBF115D72E}"/>
              </a:ext>
            </a:extLst>
          </p:cNvPr>
          <p:cNvSpPr/>
          <p:nvPr/>
        </p:nvSpPr>
        <p:spPr>
          <a:xfrm>
            <a:off x="6720891" y="2529184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Multiply 10">
            <a:extLst>
              <a:ext uri="{FF2B5EF4-FFF2-40B4-BE49-F238E27FC236}">
                <a16:creationId xmlns:a16="http://schemas.microsoft.com/office/drawing/2014/main" id="{4423CBD7-F282-E0E5-CFF0-53FC366A3EB1}"/>
              </a:ext>
            </a:extLst>
          </p:cNvPr>
          <p:cNvSpPr/>
          <p:nvPr/>
        </p:nvSpPr>
        <p:spPr>
          <a:xfrm>
            <a:off x="8539514" y="252159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2" name="Multiply 10">
            <a:extLst>
              <a:ext uri="{FF2B5EF4-FFF2-40B4-BE49-F238E27FC236}">
                <a16:creationId xmlns:a16="http://schemas.microsoft.com/office/drawing/2014/main" id="{233D9613-02DE-359D-40E5-038DC0EE5142}"/>
              </a:ext>
            </a:extLst>
          </p:cNvPr>
          <p:cNvSpPr/>
          <p:nvPr/>
        </p:nvSpPr>
        <p:spPr>
          <a:xfrm>
            <a:off x="7963254" y="3123210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Multiply 10">
            <a:extLst>
              <a:ext uri="{FF2B5EF4-FFF2-40B4-BE49-F238E27FC236}">
                <a16:creationId xmlns:a16="http://schemas.microsoft.com/office/drawing/2014/main" id="{FF911053-7A0A-E616-BBE0-59E2C2C61064}"/>
              </a:ext>
            </a:extLst>
          </p:cNvPr>
          <p:cNvSpPr/>
          <p:nvPr/>
        </p:nvSpPr>
        <p:spPr>
          <a:xfrm>
            <a:off x="9147508" y="37089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A6A7D-B22F-7C75-E6F9-4D4DEE6874C9}"/>
              </a:ext>
            </a:extLst>
          </p:cNvPr>
          <p:cNvSpPr txBox="1"/>
          <p:nvPr/>
        </p:nvSpPr>
        <p:spPr>
          <a:xfrm>
            <a:off x="344556" y="671443"/>
            <a:ext cx="108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69128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</TotalTime>
  <Words>1354</Words>
  <Application>Microsoft Office PowerPoint</Application>
  <PresentationFormat>Widescreen</PresentationFormat>
  <Paragraphs>1354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Yeduri, Sanath Reddy</dc:creator>
  <cp:lastModifiedBy>Jackson La Vallee</cp:lastModifiedBy>
  <cp:revision>11</cp:revision>
  <dcterms:created xsi:type="dcterms:W3CDTF">2025-05-02T04:36:35Z</dcterms:created>
  <dcterms:modified xsi:type="dcterms:W3CDTF">2025-05-05T03:34:32Z</dcterms:modified>
</cp:coreProperties>
</file>