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>
      <p:cViewPr varScale="1">
        <p:scale>
          <a:sx n="98" d="100"/>
          <a:sy n="98" d="100"/>
        </p:scale>
        <p:origin x="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3FF8-4571-AD13-6132-AE9A8486B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7EEAB-B841-05C4-9F87-7A4B10AA1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2AFD3-BCFF-21DF-9A37-D7F880FA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5836E-5DF3-CAFE-A103-FCC594A3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CA2E1-49CD-85EB-8649-A081872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87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5486-CDE7-0AB3-3DD5-8D092772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C7A95-A6B4-3C9D-DCBF-56E652DB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135BD-ED46-0AA2-C20B-AE642200B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4B06-1D4F-3B1D-8AFD-2DAC4CEB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7F8B0-51DE-26C3-D10E-0F7ECE56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5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B98A-70D5-C138-DD77-91486B3FF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78A9D-CB57-9E15-2182-E1EE4FAF9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B0BA9-39AA-5BB0-66FB-ED41875B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F6B1A-44E2-319E-54FF-1F4CE27B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6ABE6-8F4F-F872-26D9-D888BEEB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1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8791-F700-4F06-3744-ABC0E46B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AF199-E416-0740-4EA0-C7F7FE083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E9AD4-6EEB-B31F-F2AE-A47C704FA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95464-A436-6E94-65E8-01DCFD671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BCDA1-B345-55FC-10A0-596601A4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8CD02-4698-0646-EB93-C5BCE442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76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B63A-A4F0-5342-7963-277C27BB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2DC1A-9FAA-BB46-88F6-71367BE06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EA3F7-3F09-3343-9B42-DC3EE9ED8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CF7A9-255A-C99F-FCD6-0D0D4FFD1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1F3E9B-E97A-BC00-0D43-CB2C87CFD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E765A-C67F-25E7-311B-CB63FF7E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637AF-1323-E8DF-6756-9020BEBC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4F182-1608-09F8-04A3-68AF0D0B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06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0A0E-063D-2D2A-E72D-70BD1FA1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A6F87-AA6E-DC28-15F8-C8F244A05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FD940-6083-1C68-ADCB-9721E530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CCDEB-E48F-3771-345B-8CDF3655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4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0CC4A-FED3-B956-217E-C4BA857F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5BAC8-FC34-4BAA-B0AF-BFAF510B9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5D475-D23B-0FFE-5BA3-44BE7801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0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08BD-727F-466B-0AE3-18B57BAE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9682-C09D-B108-F162-AAFB10501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DF2BE-AEF5-54A8-8140-2D3EAC9EF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2034C-ED1D-CB00-3E82-59FFCE13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DFA94-3EF1-F2F8-2C92-B63BA397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5F328-DBC7-D8B5-D050-DB43A91C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3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C077-2FD2-2CD1-4997-B60A9981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AE1C5-0897-9FEE-E4E3-DDEEC5FAF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4C369-FD0C-F56B-51AC-BC43EFCD7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34EE9-82A9-7D2B-84CF-E5300B3C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BEFD0-5003-F3C1-4F2A-AE164347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24F20-FC07-78A8-6072-AF0F4678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F43F9-2025-A710-B48E-54B83A75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6087D-5714-2F74-565C-A9FF227F3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71C8A-1E6B-89A3-E263-C20CEBD64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24CE2-E5A8-95C9-9191-878A538A0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7440-0B3D-7CC3-4C2E-9649D01F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2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AC635-DAD2-E7FE-5D60-CD6623C1D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1B2D0-6D56-82CA-20A7-5AADBE5A1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927C8-5B63-18C9-5A43-370F6BFC3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5B52F-1AA6-28E8-09AF-87A39BE9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17228-51B9-7B2E-9E55-9BB8371F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3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9BE87-A413-71EB-C929-73E5324A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FDB18-126A-9D4C-7C82-3142A7034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1410E-354B-B804-BE42-4E3407D78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542CD-8B72-BC49-9D16-734165E393C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33198-1507-C59C-A4E9-9C8C956AF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BDCCE-2C4F-F9BA-5C5D-3445FFA13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8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5500-F549-F632-F6D8-FB92EAE2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D17E2E08-4BFD-5904-E828-71F8682E8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42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9717FA-8530-A364-032E-BA845FCAE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109711"/>
              </p:ext>
            </p:extLst>
          </p:nvPr>
        </p:nvGraphicFramePr>
        <p:xfrm>
          <a:off x="4450395" y="99320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E50D7D70-AF10-98C5-6BFF-EF071922AA3B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DD5C0CAD-7878-F777-FE23-C97F9B4CFC76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7B2E3859-B0FA-9BE3-BD22-D6A8F46B8E5C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F58EEDD0-7B1B-D0C8-1C2B-16E027FBE53A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3AE484BB-1CE8-7F4C-A7E9-2A15BA178B4C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3476D119-C606-043C-E8D0-C027974B92C3}"/>
              </a:ext>
            </a:extLst>
          </p:cNvPr>
          <p:cNvSpPr/>
          <p:nvPr/>
        </p:nvSpPr>
        <p:spPr>
          <a:xfrm>
            <a:off x="7410438" y="140970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980A9038-7175-B656-414C-D416F3632984}"/>
              </a:ext>
            </a:extLst>
          </p:cNvPr>
          <p:cNvSpPr/>
          <p:nvPr/>
        </p:nvSpPr>
        <p:spPr>
          <a:xfrm>
            <a:off x="4328039" y="255246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F9CAF478-0D13-E6E0-EE45-8B92C71E42FF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487187D5-E44A-EBF8-2A0B-14A3E8B17174}"/>
              </a:ext>
            </a:extLst>
          </p:cNvPr>
          <p:cNvSpPr/>
          <p:nvPr/>
        </p:nvSpPr>
        <p:spPr>
          <a:xfrm>
            <a:off x="9158991" y="306108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06667F7E-E111-EB9C-AB41-F024C2A0B8E5}"/>
              </a:ext>
            </a:extLst>
          </p:cNvPr>
          <p:cNvSpPr/>
          <p:nvPr/>
        </p:nvSpPr>
        <p:spPr>
          <a:xfrm>
            <a:off x="263467" y="2243037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DEB62904-61DD-9393-E3F7-EC2739765B76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404CC3E2-E132-6FBC-1045-F2DFE190DA75}"/>
              </a:ext>
            </a:extLst>
          </p:cNvPr>
          <p:cNvSpPr/>
          <p:nvPr/>
        </p:nvSpPr>
        <p:spPr>
          <a:xfrm>
            <a:off x="4311757" y="3724261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C34BF8A2-1F7C-8C55-B906-7CA723976E2E}"/>
              </a:ext>
            </a:extLst>
          </p:cNvPr>
          <p:cNvSpPr/>
          <p:nvPr/>
        </p:nvSpPr>
        <p:spPr>
          <a:xfrm>
            <a:off x="5523551" y="197185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BF6C11F8-2D9A-43B8-B1D8-38853B01DCEB}"/>
              </a:ext>
            </a:extLst>
          </p:cNvPr>
          <p:cNvSpPr/>
          <p:nvPr/>
        </p:nvSpPr>
        <p:spPr>
          <a:xfrm>
            <a:off x="10370031" y="1931195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1838B14D-8BBC-726E-83CB-695FDC2DD3A0}"/>
              </a:ext>
            </a:extLst>
          </p:cNvPr>
          <p:cNvSpPr/>
          <p:nvPr/>
        </p:nvSpPr>
        <p:spPr>
          <a:xfrm>
            <a:off x="9147972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6">
            <a:extLst>
              <a:ext uri="{FF2B5EF4-FFF2-40B4-BE49-F238E27FC236}">
                <a16:creationId xmlns:a16="http://schemas.microsoft.com/office/drawing/2014/main" id="{1BF9B5DB-BE05-0951-56AB-31DC31FC10D4}"/>
              </a:ext>
            </a:extLst>
          </p:cNvPr>
          <p:cNvSpPr/>
          <p:nvPr/>
        </p:nvSpPr>
        <p:spPr>
          <a:xfrm>
            <a:off x="6740544" y="2501884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16">
            <a:extLst>
              <a:ext uri="{FF2B5EF4-FFF2-40B4-BE49-F238E27FC236}">
                <a16:creationId xmlns:a16="http://schemas.microsoft.com/office/drawing/2014/main" id="{8497DA27-6FCE-1735-FCA9-18779AA15231}"/>
              </a:ext>
            </a:extLst>
          </p:cNvPr>
          <p:cNvSpPr/>
          <p:nvPr/>
        </p:nvSpPr>
        <p:spPr>
          <a:xfrm>
            <a:off x="8541445" y="2501884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Multiply 16">
            <a:extLst>
              <a:ext uri="{FF2B5EF4-FFF2-40B4-BE49-F238E27FC236}">
                <a16:creationId xmlns:a16="http://schemas.microsoft.com/office/drawing/2014/main" id="{58FC84E3-1D2F-528A-60EF-74AE388CEB14}"/>
              </a:ext>
            </a:extLst>
          </p:cNvPr>
          <p:cNvSpPr/>
          <p:nvPr/>
        </p:nvSpPr>
        <p:spPr>
          <a:xfrm>
            <a:off x="649215" y="3450954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Multiply 16">
            <a:extLst>
              <a:ext uri="{FF2B5EF4-FFF2-40B4-BE49-F238E27FC236}">
                <a16:creationId xmlns:a16="http://schemas.microsoft.com/office/drawing/2014/main" id="{9B9063A2-DE51-04A9-9BC6-72A479EBEBB5}"/>
              </a:ext>
            </a:extLst>
          </p:cNvPr>
          <p:cNvSpPr/>
          <p:nvPr/>
        </p:nvSpPr>
        <p:spPr>
          <a:xfrm>
            <a:off x="496815" y="3298554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0875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A2B0A-9D17-EC15-BB0C-3E618D086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7DB6DB3E-D169-603B-79C8-B176A8046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3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B49374-C8BD-9AB6-4D86-FD411047CC9F}"/>
              </a:ext>
            </a:extLst>
          </p:cNvPr>
          <p:cNvGraphicFramePr>
            <a:graphicFrameLocks noGrp="1"/>
          </p:cNvGraphicFramePr>
          <p:nvPr/>
        </p:nvGraphicFramePr>
        <p:xfrm>
          <a:off x="4403559" y="108284"/>
          <a:ext cx="6723222" cy="675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202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60576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6920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4,5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4,5</a:t>
                      </a:r>
                    </a:p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2,5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2,5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165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2402</TotalTime>
  <Words>119</Words>
  <Application>Microsoft Office PowerPoint</Application>
  <PresentationFormat>Widescreen</PresentationFormat>
  <Paragraphs>119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Yeduri, Sanath Reddy</dc:creator>
  <cp:lastModifiedBy>Jackson La Vallee</cp:lastModifiedBy>
  <cp:revision>2</cp:revision>
  <dcterms:created xsi:type="dcterms:W3CDTF">2025-05-02T04:36:35Z</dcterms:created>
  <dcterms:modified xsi:type="dcterms:W3CDTF">2025-05-03T20:40:41Z</dcterms:modified>
</cp:coreProperties>
</file>